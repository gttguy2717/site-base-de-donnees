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74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1188720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828800" y="237744"/>
            <a:ext cx="8686800" cy="347472"/>
          </a:xfrm>
          <a:prstGeom prst="roundRect">
            <a:avLst/>
          </a:prstGeom>
          <a:solidFill>
            <a:srgbClr val="EC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082C1B"/>
                </a:solidFill>
                <a:latin typeface="Segoe UI"/>
              </a:rPr>
              <a:t>⚡ NÉGOCE ÉLECTRIQUE 2.0 — SOUTARAH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Matériel électrique :</a:t>
            </a:r>
          </a:p>
          <a:p>
            <a:r>
              <a:rPr sz="4200" b="1">
                <a:solidFill>
                  <a:srgbClr val="288134"/>
                </a:solidFill>
                <a:latin typeface="Segoe UI"/>
              </a:rPr>
              <a:t>Et si on arrêtait de péter les plombs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54680"/>
            <a:ext cx="113385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1168" lIns="411480" rIns="411480"/>
          <a:lstStyle/>
          <a:p>
            <a:pPr algn="ctr"/>
            <a:r>
              <a:rPr sz="1700" b="1">
                <a:solidFill>
                  <a:srgbClr val="CA8A04"/>
                </a:solidFill>
                <a:latin typeface="Segoe UI"/>
              </a:rPr>
              <a:t>Devis instantanés, stock visible en live &amp; livraison directe sur chantier par Soutarah Group.</a:t>
            </a:r>
          </a:p>
          <a:p>
            <a:pPr algn="ctr"/>
            <a:r>
              <a:rPr sz="1250">
                <a:solidFill>
                  <a:srgbClr val="334155"/>
                </a:solidFill>
                <a:latin typeface="Segoe UI"/>
              </a:rPr>
              <a:t>⚡ Chiffrage 24/7   •   📦 Stock en temps réel   •   🚚 Livraison directe sur chantier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54680"/>
            <a:ext cx="11338560" cy="502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4434840"/>
            <a:ext cx="11338560" cy="1417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78B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457200" rIns="457200"/>
          <a:lstStyle/>
          <a:p>
            <a:pPr algn="ctr"/>
            <a:r>
              <a:rPr sz="1650" i="1" b="1">
                <a:solidFill>
                  <a:srgbClr val="0F172A"/>
                </a:solidFill>
                <a:latin typeface="Segoe UI"/>
              </a:rPr>
              <a:t>« Parce qu'un technicien qui attend du matériel, c'est de l'argent qui s'envole en fumée. »</a:t>
            </a:r>
          </a:p>
          <a:p>
            <a:pPr algn="ctr"/>
            <a:r>
              <a:rPr sz="1400" b="1">
                <a:solidFill>
                  <a:srgbClr val="288134"/>
                </a:solidFill>
                <a:latin typeface="Segoe UI"/>
              </a:rPr>
              <a:t>👉 Découvrez le négoce version 2.0 avec Soutarah Group.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434840"/>
            <a:ext cx="11338560" cy="50292"/>
          </a:xfrm>
          <a:prstGeom prst="roundRect">
            <a:avLst/>
          </a:prstGeom>
          <a:solidFill>
            <a:srgbClr val="78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473952"/>
            <a:ext cx="112772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Segoe UI"/>
              </a:rPr>
              <a:t>SOUTARAH GROUP  •  Négoce Électrique 2.0  •  soutarahgroup.com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Segoe U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74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22860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1">
                <a:solidFill>
                  <a:srgbClr val="DC2626"/>
                </a:solidFill>
                <a:latin typeface="Segoe UI"/>
              </a:rPr>
              <a:t>⚠️ LE CONSTAT CHANTIER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247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Scène classique sur chantier...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25296"/>
            <a:ext cx="112471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Segoe UI"/>
              </a:rPr>
              <a:t>(Toute ressemblance avec votre quotidien est purement volontaire)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3949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01168" wrap="square"/>
          <a:lstStyle/>
          <a:p>
            <a:pPr algn="ctr"/>
            <a:r>
              <a:rPr sz="1600" b="1">
                <a:solidFill>
                  <a:srgbClr val="DC2626"/>
                </a:solidFill>
                <a:latin typeface="Segoe UI"/>
              </a:rPr>
              <a:t>⏳  Le devis "fantôme"</a:t>
            </a:r>
          </a:p>
          <a:p>
            <a:pPr>
              <a:spcBef>
                <a:spcPts val="600"/>
              </a:spcBef>
            </a:pPr>
            <a:r>
              <a:rPr sz="1250" i="1">
                <a:solidFill>
                  <a:srgbClr val="0F172A"/>
                </a:solidFill>
                <a:latin typeface="Segoe UI"/>
              </a:rPr>
              <a:t>« Demandé lundi, relancé mercredi, reçu... le mois prochain. »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Segoe UI"/>
              </a:rPr>
              <a:t>➤ Chantier bloqué, retards de livraison et plannings explosés.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5394960" cy="5029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3949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01168" wrap="square"/>
          <a:lstStyle/>
          <a:p>
            <a:pPr algn="ctr"/>
            <a:r>
              <a:rPr sz="1600" b="1">
                <a:solidFill>
                  <a:srgbClr val="CA8A04"/>
                </a:solidFill>
                <a:latin typeface="Segoe UI"/>
              </a:rPr>
              <a:t>📦  La boîte vide</a:t>
            </a:r>
          </a:p>
          <a:p>
            <a:pPr>
              <a:spcBef>
                <a:spcPts val="600"/>
              </a:spcBef>
            </a:pPr>
            <a:r>
              <a:rPr sz="1250" i="1">
                <a:solidFill>
                  <a:srgbClr val="0F172A"/>
                </a:solidFill>
                <a:latin typeface="Segoe UI"/>
              </a:rPr>
              <a:t>« Faire 2 heures d'embouteillages pour entendre : "Ah mon frère, c'est fini en stock !" »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Segoe UI"/>
              </a:rPr>
              <a:t>➤ Temps perdu dans les embouteillages d'Abidjan et carburant gaspillé.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394960" cy="502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114800"/>
            <a:ext cx="53949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01168" wrap="square"/>
          <a:lstStyle/>
          <a:p>
            <a:pPr algn="ctr"/>
            <a:r>
              <a:rPr sz="1600" b="1">
                <a:solidFill>
                  <a:srgbClr val="DC2626"/>
                </a:solidFill>
                <a:latin typeface="Segoe UI"/>
              </a:rPr>
              <a:t>⚡  Le mauvais composant</a:t>
            </a:r>
          </a:p>
          <a:p>
            <a:pPr>
              <a:spcBef>
                <a:spcPts val="600"/>
              </a:spcBef>
            </a:pPr>
            <a:r>
              <a:rPr sz="1250" i="1">
                <a:solidFill>
                  <a:srgbClr val="0F172A"/>
                </a:solidFill>
                <a:latin typeface="Segoe UI"/>
              </a:rPr>
              <a:t>« Le disjoncteur reçu n'est pas le bon, mais "ça s'adapte avec un bout de scotch" (non). »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Segoe UI"/>
              </a:rPr>
              <a:t>➤ Risques d'incendie, non-conformité et reprise coûteuse.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5394960" cy="5029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114800"/>
            <a:ext cx="53949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01168" wrap="square"/>
          <a:lstStyle/>
          <a:p>
            <a:pPr algn="ctr"/>
            <a:r>
              <a:rPr sz="1600" b="1">
                <a:solidFill>
                  <a:srgbClr val="CA8A04"/>
                </a:solidFill>
                <a:latin typeface="Segoe UI"/>
              </a:rPr>
              <a:t>🚚  Le marathon logistique</a:t>
            </a:r>
          </a:p>
          <a:p>
            <a:pPr>
              <a:spcBef>
                <a:spcPts val="600"/>
              </a:spcBef>
            </a:pPr>
            <a:r>
              <a:rPr sz="1250" i="1">
                <a:solidFill>
                  <a:srgbClr val="0F172A"/>
                </a:solidFill>
                <a:latin typeface="Segoe UI"/>
              </a:rPr>
              <a:t>« Transformer le chef de chantier en livreur de câbles improvisé. »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Segoe UI"/>
              </a:rPr>
              <a:t>➤ Main-d'œuvre qualifiée détournée de sa vraie mission sur le chantier.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14800"/>
            <a:ext cx="5394960" cy="502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72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Segoe UI"/>
              </a:rPr>
              <a:t>SOUTARAH GROUP  •  Négoce Électrique 2.0  •  soutarahgroup.com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Segoe U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74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22860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1">
                <a:solidFill>
                  <a:srgbClr val="0EA5E9"/>
                </a:solidFill>
                <a:latin typeface="Segoe UI"/>
              </a:rPr>
              <a:t>💡 LA RÉVOLUTION SOUTARAH NÉGOCE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247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Vous avez le chantier, nous avons les étincelles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25296"/>
            <a:ext cx="112471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Segoe UI"/>
              </a:rPr>
              <a:t>Les 4 super-pouvoirs de notre plateforme pour un approvisionnement sans prise de tête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2578608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56032" wrap="square"/>
          <a:lstStyle/>
          <a:p>
            <a:pPr algn="ctr"/>
            <a:r>
              <a:rPr sz="3400"/>
              <a:t>⚡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CA8A04"/>
                </a:solidFill>
                <a:latin typeface="Segoe UI"/>
              </a:rPr>
              <a:t>Devis plus rapide
que l'éclair</a:t>
            </a:r>
          </a:p>
          <a:p>
            <a:pPr algn="ctr">
              <a:spcBef>
                <a:spcPts val="1000"/>
              </a:spcBef>
            </a:pPr>
            <a:r>
              <a:rPr sz="1250" b="1">
                <a:solidFill>
                  <a:srgbClr val="0F172A"/>
                </a:solidFill>
                <a:latin typeface="Segoe UI"/>
              </a:rPr>
              <a:t>Chiffrez vos besoins en ligne en temps réel.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E2E8F0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Accédez instantanément aux prix officiels sans attendre des jours. Devis pro-forma certifié en 1 clic.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2578608" cy="502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9272" y="1737360"/>
            <a:ext cx="2578608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56032" wrap="square"/>
          <a:lstStyle/>
          <a:p>
            <a:pPr algn="ctr"/>
            <a:r>
              <a:rPr sz="3400"/>
              <a:t>👁️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0EA5E9"/>
                </a:solidFill>
                <a:latin typeface="Segoe UI"/>
              </a:rPr>
              <a:t>Transparence
"Rayons X"</a:t>
            </a:r>
          </a:p>
          <a:p>
            <a:pPr algn="ctr">
              <a:spcBef>
                <a:spcPts val="1000"/>
              </a:spcBef>
            </a:pPr>
            <a:r>
              <a:rPr sz="1250" b="1">
                <a:solidFill>
                  <a:srgbClr val="0F172A"/>
                </a:solidFill>
                <a:latin typeface="Segoe UI"/>
              </a:rPr>
              <a:t>Vous voyez le stock exact disponible avant de cliquer.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E2E8F0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Zéro fausse promesse. Si c'est affiché disponible, le produit est physiquement en rayon.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737360"/>
            <a:ext cx="2578608" cy="5029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35624" y="1737360"/>
            <a:ext cx="2578608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56032" wrap="square"/>
          <a:lstStyle/>
          <a:p>
            <a:pPr algn="ctr"/>
            <a:r>
              <a:rPr sz="3400"/>
              <a:t>🤝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288134"/>
                </a:solidFill>
                <a:latin typeface="Segoe UI"/>
              </a:rPr>
              <a:t>Écosystème
de confiance</a:t>
            </a:r>
          </a:p>
          <a:p>
            <a:pPr algn="ctr">
              <a:spcBef>
                <a:spcPts val="1000"/>
              </a:spcBef>
            </a:pPr>
            <a:r>
              <a:rPr sz="1250" b="1">
                <a:solidFill>
                  <a:srgbClr val="0F172A"/>
                </a:solidFill>
                <a:latin typeface="Segoe UI"/>
              </a:rPr>
              <a:t>Partenariat direct avec des distributeurs officiels.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E2E8F0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Matériel 100% certifié constructeur, normé et d'origine contrôlée. Aucun risque de contrefaçon.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737360"/>
            <a:ext cx="2578608" cy="50292"/>
          </a:xfrm>
          <a:prstGeom prst="round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51976" y="1737360"/>
            <a:ext cx="2578608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56032" wrap="square"/>
          <a:lstStyle/>
          <a:p>
            <a:pPr algn="ctr"/>
            <a:r>
              <a:rPr sz="3400"/>
              <a:t>🚚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D97706"/>
                </a:solidFill>
                <a:latin typeface="Segoe UI"/>
              </a:rPr>
              <a:t>Livraison
"Zéro déplacement"</a:t>
            </a:r>
          </a:p>
          <a:p>
            <a:pPr algn="ctr">
              <a:spcBef>
                <a:spcPts val="1000"/>
              </a:spcBef>
            </a:pPr>
            <a:r>
              <a:rPr sz="1250" b="1">
                <a:solidFill>
                  <a:srgbClr val="0F172A"/>
                </a:solidFill>
                <a:latin typeface="Segoe UI"/>
              </a:rPr>
              <a:t>On vous livre directement sur votre chantier.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E2E8F0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Acheminement express sur site à Abidjan et partout à l'intérieur du pays.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737360"/>
            <a:ext cx="2578608" cy="502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72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Segoe UI"/>
              </a:rPr>
              <a:t>SOUTARAH GROUP  •  Négoce Électrique 2.0  •  soutarahgroup.com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Segoe U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74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22860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1">
                <a:solidFill>
                  <a:srgbClr val="CA8A04"/>
                </a:solidFill>
                <a:latin typeface="Segoe UI"/>
              </a:rPr>
              <a:t>⚡ PARCOURS CLIENT FLUIDE &amp; RAPIDE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247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Moins de blabla, plus de watts.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25296"/>
            <a:ext cx="112471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Segoe UI"/>
              </a:rPr>
              <a:t>Votre matériel électrique livré sur chantier en 4 étapes chrono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2578608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600" b="1">
                <a:solidFill>
                  <a:srgbClr val="0EA5E9"/>
                </a:solidFill>
                <a:latin typeface="Segoe UI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F172A"/>
                </a:solidFill>
                <a:latin typeface="Segoe UI"/>
              </a:rPr>
              <a:t>🖱️  CLIQUEZ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EA5E9"/>
                </a:solidFill>
                <a:latin typeface="Segoe UI"/>
              </a:rPr>
              <a:t>Catalogue en ligne 24/7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E2E8F0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Trouvez votre câble, disjoncteur ou armoire sur soutarahgroup.com en quelques clics.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2578608" cy="5029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9272" y="1737360"/>
            <a:ext cx="2578608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600" b="1">
                <a:solidFill>
                  <a:srgbClr val="288134"/>
                </a:solidFill>
                <a:latin typeface="Segoe UI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F172A"/>
                </a:solidFill>
                <a:latin typeface="Segoe UI"/>
              </a:rPr>
              <a:t>🟢  VÉRIFIEZ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88134"/>
                </a:solidFill>
                <a:latin typeface="Segoe UI"/>
              </a:rPr>
              <a:t>Disponibilité immédiate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E2E8F0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Le stock est au vert ? C'est réservé instantanément pour vous dans nos entrepôts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737360"/>
            <a:ext cx="2578608" cy="50292"/>
          </a:xfrm>
          <a:prstGeom prst="round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35624" y="1737360"/>
            <a:ext cx="2578608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600" b="1">
                <a:solidFill>
                  <a:srgbClr val="CA8A04"/>
                </a:solidFill>
                <a:latin typeface="Segoe UI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F172A"/>
                </a:solidFill>
                <a:latin typeface="Segoe UI"/>
              </a:rPr>
              <a:t>📑  CHIFFREZ &amp; VALIDEZ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A8A04"/>
                </a:solidFill>
                <a:latin typeface="Segoe UI"/>
              </a:rPr>
              <a:t>Devis express en direct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E2E8F0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Devis instantané, prix fermes et validation immédiate de votre commande sans attente.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737360"/>
            <a:ext cx="2578608" cy="502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51976" y="1737360"/>
            <a:ext cx="2578608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600" b="1">
                <a:solidFill>
                  <a:srgbClr val="D97706"/>
                </a:solidFill>
                <a:latin typeface="Segoe UI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F172A"/>
                </a:solidFill>
                <a:latin typeface="Segoe UI"/>
              </a:rPr>
              <a:t>🚚  LIVRAISON DIRECTE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D97706"/>
                </a:solidFill>
                <a:latin typeface="Segoe UI"/>
              </a:rPr>
              <a:t>Déchargement sur site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E2E8F0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On décharge directement sur votre chantier. Gardez les mains sur vos outils 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737360"/>
            <a:ext cx="2578608" cy="502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72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Segoe UI"/>
              </a:rPr>
              <a:t>SOUTARAH GROUP  •  Négoce Électrique 2.0  •  soutarahgroup.com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Segoe U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74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22860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1">
                <a:solidFill>
                  <a:srgbClr val="D97706"/>
                </a:solidFill>
                <a:latin typeface="Segoe UI"/>
              </a:rPr>
              <a:t>🛡️ AVANTAGES CONCURRENTIELS DÉCISIFS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247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La puissance d'un grand réseau, la réactivité d'un partenaire local.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25296"/>
            <a:ext cx="112471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Segoe UI"/>
              </a:rPr>
              <a:t>4 arguments chocs pour sécuriser l'approvisionnement de vos chantiers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3949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01168" wrap="square"/>
          <a:lstStyle/>
          <a:p>
            <a:pPr algn="ctr"/>
            <a:r>
              <a:rPr sz="1600" b="1">
                <a:solidFill>
                  <a:srgbClr val="CA8A04"/>
                </a:solidFill>
                <a:latin typeface="Segoe UI"/>
              </a:rPr>
              <a:t>🏆  Réseau Partenaires Solide</a:t>
            </a:r>
          </a:p>
          <a:p>
            <a:pPr>
              <a:spcBef>
                <a:spcPts val="600"/>
              </a:spcBef>
            </a:pPr>
            <a:r>
              <a:rPr sz="1200" b="1" i="1">
                <a:solidFill>
                  <a:srgbClr val="0F172A"/>
                </a:solidFill>
                <a:latin typeface="Segoe UI"/>
              </a:rPr>
              <a:t>« Des fournisseurs officiels pour des produits certifiés d'origine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Bénéficiez d'une chaîne logistique sans faille, de stocks massifs et des meilleurs tarifs négociés du marché ivoirien.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5394960" cy="502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3949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01168" wrap="square"/>
          <a:lstStyle/>
          <a:p>
            <a:pPr algn="ctr"/>
            <a:r>
              <a:rPr sz="1600" b="1">
                <a:solidFill>
                  <a:srgbClr val="0EA5E9"/>
                </a:solidFill>
                <a:latin typeface="Segoe UI"/>
              </a:rPr>
              <a:t>⏱️  Zéro Temps Mort</a:t>
            </a:r>
          </a:p>
          <a:p>
            <a:pPr>
              <a:spcBef>
                <a:spcPts val="600"/>
              </a:spcBef>
            </a:pPr>
            <a:r>
              <a:rPr sz="1200" b="1" i="1">
                <a:solidFill>
                  <a:srgbClr val="0F172A"/>
                </a:solidFill>
                <a:latin typeface="Segoe UI"/>
              </a:rPr>
              <a:t>« Vos équipes travaillent, elles n'attendent plus après un rouleau de câble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Chaque minute de retard coûte cher. Nos livraisons synchronisées garantissent la continuité de vos chantiers.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394960" cy="5029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114800"/>
            <a:ext cx="53949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01168" wrap="square"/>
          <a:lstStyle/>
          <a:p>
            <a:pPr algn="ctr"/>
            <a:r>
              <a:rPr sz="1600" b="1">
                <a:solidFill>
                  <a:srgbClr val="288134"/>
                </a:solidFill>
                <a:latin typeface="Segoe UI"/>
              </a:rPr>
              <a:t>🛡️  Matériel 100% Conforme</a:t>
            </a:r>
          </a:p>
          <a:p>
            <a:pPr>
              <a:spcBef>
                <a:spcPts val="600"/>
              </a:spcBef>
            </a:pPr>
            <a:r>
              <a:rPr sz="1200" b="1" i="1">
                <a:solidFill>
                  <a:srgbClr val="0F172A"/>
                </a:solidFill>
                <a:latin typeface="Segoe UI"/>
              </a:rPr>
              <a:t>« Pas de contrefaçon, pas de bricolage, de la sécurité certifiée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Tous nos composants respectent les normes de sécurité en vigueur. Zéro risque pour vos installations.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5394960" cy="50292"/>
          </a:xfrm>
          <a:prstGeom prst="round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114800"/>
            <a:ext cx="53949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01168" wrap="square"/>
          <a:lstStyle/>
          <a:p>
            <a:pPr algn="ctr"/>
            <a:r>
              <a:rPr sz="1600" b="1">
                <a:solidFill>
                  <a:srgbClr val="D97706"/>
                </a:solidFill>
                <a:latin typeface="Segoe UI"/>
              </a:rPr>
              <a:t>📞  Un SAV Toujours Branché</a:t>
            </a:r>
          </a:p>
          <a:p>
            <a:pPr>
              <a:spcBef>
                <a:spcPts val="600"/>
              </a:spcBef>
            </a:pPr>
            <a:r>
              <a:rPr sz="1200" b="1" i="1">
                <a:solidFill>
                  <a:srgbClr val="0F172A"/>
                </a:solidFill>
                <a:latin typeface="Segoe UI"/>
              </a:rPr>
              <a:t>« Une équipe réactive au téléphone et sur le terrain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Un doute technique ? Une référence spécifique ? Nos conseillers dédiés vous accompagnent à chaque étape.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14800"/>
            <a:ext cx="5394960" cy="502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72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Segoe UI"/>
              </a:rPr>
              <a:t>SOUTARAH GROUP  •  Négoce Électrique 2.0  •  soutarahgroup.com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Segoe U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74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22860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1">
                <a:solidFill>
                  <a:srgbClr val="288134"/>
                </a:solidFill>
                <a:latin typeface="Segoe UI"/>
              </a:rPr>
              <a:t>🚀 PASSEZ À L'ACTION DÈS AUJOURD'HUI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247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Branchez vos chantiers sur le bon courant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25296"/>
            <a:ext cx="112471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Segoe UI"/>
              </a:rPr>
              <a:t>Optimisez vos approvisionnements électriques avec Soutarah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7040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 wrap="square"/>
          <a:lstStyle/>
          <a:p>
            <a:pPr algn="ctr"/>
            <a:r>
              <a:rPr sz="1350">
                <a:solidFill>
                  <a:srgbClr val="64748B"/>
                </a:solidFill>
                <a:latin typeface="Segoe UI"/>
              </a:rPr>
              <a:t>🌐  Plateforme Web Officielle :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288134"/>
                </a:solidFill>
                <a:latin typeface="Segoe UI"/>
              </a:rPr>
              <a:t>www.soutarahgroup.com</a:t>
            </a:r>
          </a:p>
          <a:p>
            <a:pPr>
              <a:spcBef>
                <a:spcPts val="1400"/>
              </a:spcBef>
            </a:pPr>
            <a:r>
              <a:rPr sz="1350">
                <a:solidFill>
                  <a:srgbClr val="64748B"/>
                </a:solidFill>
                <a:latin typeface="Segoe UI"/>
              </a:rPr>
              <a:t>⚡  Section Dédiée : </a:t>
            </a:r>
            <a:r>
              <a:rPr b="1">
                <a:solidFill>
                  <a:srgbClr val="0F172A"/>
                </a:solidFill>
                <a:latin typeface="Segoe UI"/>
              </a:rPr>
              <a:t>Négoce Électrique B2B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64748B"/>
                </a:solidFill>
                <a:latin typeface="Segoe UI"/>
              </a:rPr>
              <a:t>📍  Couverture : </a:t>
            </a:r>
            <a:r>
              <a:rPr b="1">
                <a:solidFill>
                  <a:srgbClr val="0F172A"/>
                </a:solidFill>
                <a:latin typeface="Segoe UI"/>
              </a:rPr>
              <a:t>Abidjan et tout le territoire ivoirien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288134"/>
                </a:solidFill>
                <a:latin typeface="Segoe UI"/>
              </a:rPr>
              <a:t>SOUTARAH GROUP
</a:t>
            </a:r>
            <a:r>
              <a:rPr sz="1350" i="1" b="1">
                <a:solidFill>
                  <a:srgbClr val="334155"/>
                </a:solidFill>
                <a:latin typeface="Segoe UI"/>
              </a:rPr>
              <a:t>Le réflexe matériel qui vous évite le court-circuit.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7040880" cy="50292"/>
          </a:xfrm>
          <a:prstGeom prst="round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1737360"/>
            <a:ext cx="3840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B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1168" wrap="square"/>
          <a:lstStyle/>
          <a:p>
            <a:pPr algn="ctr"/>
            <a:r>
              <a:rPr sz="1300" b="1">
                <a:solidFill>
                  <a:srgbClr val="288134"/>
                </a:solidFill>
                <a:latin typeface="Segoe UI"/>
              </a:rPr>
              <a:t>📱 COMMANDEZ EN LIGNE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737360"/>
            <a:ext cx="3840480" cy="50292"/>
          </a:xfrm>
          <a:prstGeom prst="roundRect">
            <a:avLst/>
          </a:prstGeom>
          <a:solidFill>
            <a:srgbClr val="78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qrcode_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31720"/>
            <a:ext cx="219456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09560" y="46634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CA8A04"/>
                </a:solidFill>
                <a:latin typeface="Segoe UI"/>
              </a:rPr>
              <a:t>« Scannez avant la prochaine
coupure de courant !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72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Segoe UI"/>
              </a:rPr>
              <a:t>SOUTARAH GROUP  •  Négoce Électrique 2.0  •  soutarahgroup.com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Segoe UI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
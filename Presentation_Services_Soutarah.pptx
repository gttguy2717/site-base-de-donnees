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services_soutarah_grid3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_services_soutarah_dual2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
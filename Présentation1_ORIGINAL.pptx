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76" d="100"/>
          <a:sy n="76" d="100"/>
        </p:scale>
        <p:origin x="7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7C12596-F812-A346-6F91-EC1C119B9E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0DEE847A-5E21-D5F9-7375-BD1493B6BB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D1F73C-9B80-0BB3-1F1C-5AB110AEE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A0300-0C38-4FC4-9F09-9CA3FB5BBD39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71D11E-E9EA-F240-E02E-6E697A9BF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3B2A478-82A2-296C-FAEE-F8AF60B93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41EBA-0274-4F3D-BD26-1111BD6A5C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835357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6B4410-4F34-2E25-BDB1-F4F155B1D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0619AF2-3597-5FBC-05D5-85545FE2B3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9829481-2A2F-7EC3-919E-EE109E0AD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A0300-0C38-4FC4-9F09-9CA3FB5BBD39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FAF3234-D596-1395-33F3-FAC0C511C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7EC7785-EDA9-8566-B70E-A5C364EF4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41EBA-0274-4F3D-BD26-1111BD6A5C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3317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D0F7315-EB0D-E851-F707-590CC3C16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85D631E-E731-64B1-1451-9E5DD60AF1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08594CC-9532-BE43-CAA2-73C3000AB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A0300-0C38-4FC4-9F09-9CA3FB5BBD39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8ADB5E7-DDC4-9040-271F-AAA7319D7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630D7EA-DC79-4F9F-C64E-5538588BB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41EBA-0274-4F3D-BD26-1111BD6A5C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69030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AD772A1-7C7C-6F82-3E49-A900CD1A8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62C19B-588D-64D9-734F-44D8BF3CE7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6E75FFC9-61F5-A32A-EC48-3B552070B0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4F3DE7F-302A-0841-41D0-568CF7E33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A0300-0C38-4FC4-9F09-9CA3FB5BBD39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4CD6720-0090-97BE-041C-931E45CE58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73A77F9-DBF4-AC94-0028-B9C968A26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41EBA-0274-4F3D-BD26-1111BD6A5C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742183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151736-26A1-F207-358C-E3A211E5F2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6205A6F-805E-A5D5-4C4D-A677A3F416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BB85C8E-5AE1-CF10-F53A-DA5E156D67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7A54761-6B04-6BB8-1082-B4C69A7B75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C873F198-365E-1F4F-3C5B-4E45D26D1E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E88D9732-1A13-8566-6A65-0215D1364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A0300-0C38-4FC4-9F09-9CA3FB5BBD39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2C9D5774-E61F-F295-CF4A-66D76FFED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2D41541B-1027-D453-5DEB-E5CAAE3A4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41EBA-0274-4F3D-BD26-1111BD6A5C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0373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D4A416-AA1B-F880-EAE2-13D69ED278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C6E48681-DEAB-5FA2-4BF9-707A08D50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A0300-0C38-4FC4-9F09-9CA3FB5BBD39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695E3CB-5DA9-E906-50D7-DB37E9C90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D92CDE4-BFE2-3EF8-6565-3DBEDDECA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41EBA-0274-4F3D-BD26-1111BD6A5C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1748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DF50EEE-7481-674D-D80E-BD304A5C7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A0300-0C38-4FC4-9F09-9CA3FB5BBD39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9263A7C3-FE5E-3B54-281C-DA4CDAFC2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297A251-953F-68E8-5DB9-1DF394EDF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41EBA-0274-4F3D-BD26-1111BD6A5C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110530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0CE708-0560-6655-AD42-CB76DFD9F6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8D05C0E-1E29-6A81-96BF-A5D4334787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1887C01-43CB-171C-7309-815D33B50D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D372A51-9FF3-FF5E-157D-B107BE105E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A0300-0C38-4FC4-9F09-9CA3FB5BBD39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66CFAAE-6C4A-E6B2-32D7-C539AB3F6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3B887F3-D8F2-18B4-C1BA-1E9B54FE1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41EBA-0274-4F3D-BD26-1111BD6A5C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02769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5EB5E90-A809-925F-9E1E-C20823B60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99BAB023-91C3-2506-6615-9B891CA7AD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8A7C899-E4DC-37B3-BDE2-4E7D3933F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6F1A980-930B-1A87-F134-F407FB7B1E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A0300-0C38-4FC4-9F09-9CA3FB5BBD39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AAAB339-6809-7CCF-F21F-56E668A2DF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A3BBC0C-17B0-4E69-7414-0785964E2A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41EBA-0274-4F3D-BD26-1111BD6A5C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98759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8E0516-4CC3-515B-389F-2A284D12D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F766AC0-2AA2-F591-9748-56B2F097A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B0B3F8-1B97-52BF-00A2-8034BD3B5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A0300-0C38-4FC4-9F09-9CA3FB5BBD39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19F7201-2ADE-7412-4A9A-847026FE1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E64AF3-4B4C-9B70-3990-DE2ADB6966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41EBA-0274-4F3D-BD26-1111BD6A5C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9848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9E8B2FC-4AB2-CF9A-108E-34EA32C73E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CA8E7F7-6CE4-919A-506D-77FA343604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6F15CBF-AF8B-8C7B-ABCC-10926F02B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AA0300-0C38-4FC4-9F09-9CA3FB5BBD39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88D9F48-2F60-7B0E-B3F1-C5F6A6EB7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A92433-E3BB-BCF4-FAB0-B7A1FC082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41EBA-0274-4F3D-BD26-1111BD6A5C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406513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D11CF8C-C0AC-2242-F9C9-1DDA5AC75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64AF088-D85B-D4A2-4A28-07A7C50E02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132E854-EB6D-B90A-D7A0-56C92FB4D9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AA0300-0C38-4FC4-9F09-9CA3FB5BBD39}" type="datetimeFigureOut">
              <a:rPr lang="fr-FR" smtClean="0"/>
              <a:t>23/09/2026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C0611F7-7EAD-4181-C85F-016937D7F1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6949FA7-1CE3-FC60-439D-CBD4F65544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41EBA-0274-4F3D-BD26-1111BD6A5CD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27437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3">
            <a:extLst>
              <a:ext uri="{FF2B5EF4-FFF2-40B4-BE49-F238E27FC236}">
                <a16:creationId xmlns:a16="http://schemas.microsoft.com/office/drawing/2014/main" id="{9B0EC4E6-2350-91C2-33B3-6B2621E84951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24384000" h="13716000">
                <a:moveTo>
                  <a:pt x="24384000" y="0"/>
                </a:moveTo>
                <a:lnTo>
                  <a:pt x="0" y="0"/>
                </a:lnTo>
                <a:lnTo>
                  <a:pt x="0" y="13716000"/>
                </a:lnTo>
                <a:lnTo>
                  <a:pt x="24384000" y="13716000"/>
                </a:lnTo>
                <a:lnTo>
                  <a:pt x="24384000" y="0"/>
                </a:lnTo>
                <a:close/>
              </a:path>
            </a:pathLst>
          </a:custGeom>
          <a:blipFill>
            <a:blip r:embed="rId2">
              <a:alphaModFix amt="14000"/>
            </a:blip>
            <a:stretch>
              <a:fillRect l="-1720" r="-1720"/>
            </a:stretch>
          </a:blipFill>
        </p:spPr>
        <p:txBody>
          <a:bodyPr/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9761908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Grand écran</PresentationFormat>
  <Paragraphs>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David Sorho</dc:creator>
  <cp:lastModifiedBy>David Sorho</cp:lastModifiedBy>
  <cp:revision>1</cp:revision>
  <dcterms:created xsi:type="dcterms:W3CDTF">2026-09-23T15:56:58Z</dcterms:created>
  <dcterms:modified xsi:type="dcterms:W3CDTF">2026-09-23T15:57:04Z</dcterms:modified>
</cp:coreProperties>
</file>